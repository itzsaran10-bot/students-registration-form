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15CD6F-A91B-4FD3-B5F3-40069766287C}" v="2" dt="2026-10-23T13:43:12.6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0225281" userId="3bca01b7-7963-4146-82b1-e5115f708c98" providerId="ADAL" clId="{7165BEFC-6165-47FA-8757-D851393C1F71}"/>
    <pc:docChg chg="undo custSel addSld delSld modSld">
      <pc:chgData name="S0225281" userId="3bca01b7-7963-4146-82b1-e5115f708c98" providerId="ADAL" clId="{7165BEFC-6165-47FA-8757-D851393C1F71}" dt="2026-10-23T13:45:35.580" v="74" actId="1076"/>
      <pc:docMkLst>
        <pc:docMk/>
      </pc:docMkLst>
      <pc:sldChg chg="modSp mod">
        <pc:chgData name="S0225281" userId="3bca01b7-7963-4146-82b1-e5115f708c98" providerId="ADAL" clId="{7165BEFC-6165-47FA-8757-D851393C1F71}" dt="2026-10-23T04:47:44.038" v="2" actId="14838"/>
        <pc:sldMkLst>
          <pc:docMk/>
          <pc:sldMk cId="2083731121" sldId="256"/>
        </pc:sldMkLst>
        <pc:spChg chg="mod">
          <ac:chgData name="S0225281" userId="3bca01b7-7963-4146-82b1-e5115f708c98" providerId="ADAL" clId="{7165BEFC-6165-47FA-8757-D851393C1F71}" dt="2026-10-23T04:47:44.038" v="2" actId="14838"/>
          <ac:spMkLst>
            <pc:docMk/>
            <pc:sldMk cId="2083731121" sldId="256"/>
            <ac:spMk id="2" creationId="{C9115864-0B19-2BF1-DE90-B4E899083496}"/>
          </ac:spMkLst>
        </pc:spChg>
      </pc:sldChg>
      <pc:sldChg chg="addSp delSp modSp mod">
        <pc:chgData name="S0225281" userId="3bca01b7-7963-4146-82b1-e5115f708c98" providerId="ADAL" clId="{7165BEFC-6165-47FA-8757-D851393C1F71}" dt="2026-10-23T13:42:20.648" v="22" actId="14100"/>
        <pc:sldMkLst>
          <pc:docMk/>
          <pc:sldMk cId="261709432" sldId="260"/>
        </pc:sldMkLst>
        <pc:spChg chg="mod">
          <ac:chgData name="S0225281" userId="3bca01b7-7963-4146-82b1-e5115f708c98" providerId="ADAL" clId="{7165BEFC-6165-47FA-8757-D851393C1F71}" dt="2026-10-23T13:42:09.195" v="20" actId="1076"/>
          <ac:spMkLst>
            <pc:docMk/>
            <pc:sldMk cId="261709432" sldId="260"/>
            <ac:spMk id="2" creationId="{405EC938-F44C-FB7D-5BDF-86948DC5A3B6}"/>
          </ac:spMkLst>
        </pc:spChg>
        <pc:spChg chg="add del mod">
          <ac:chgData name="S0225281" userId="3bca01b7-7963-4146-82b1-e5115f708c98" providerId="ADAL" clId="{7165BEFC-6165-47FA-8757-D851393C1F71}" dt="2026-10-23T13:40:06.511" v="4" actId="931"/>
          <ac:spMkLst>
            <pc:docMk/>
            <pc:sldMk cId="261709432" sldId="260"/>
            <ac:spMk id="4" creationId="{CB9449F9-C6F1-FA82-5220-6435481FF9CF}"/>
          </ac:spMkLst>
        </pc:spChg>
        <pc:picChg chg="add mod ord modCrop">
          <ac:chgData name="S0225281" userId="3bca01b7-7963-4146-82b1-e5115f708c98" providerId="ADAL" clId="{7165BEFC-6165-47FA-8757-D851393C1F71}" dt="2026-10-23T13:42:20.648" v="22" actId="14100"/>
          <ac:picMkLst>
            <pc:docMk/>
            <pc:sldMk cId="261709432" sldId="260"/>
            <ac:picMk id="6" creationId="{E2B073D2-B031-7CCC-5633-77C089C5C229}"/>
          </ac:picMkLst>
        </pc:picChg>
        <pc:picChg chg="del">
          <ac:chgData name="S0225281" userId="3bca01b7-7963-4146-82b1-e5115f708c98" providerId="ADAL" clId="{7165BEFC-6165-47FA-8757-D851393C1F71}" dt="2026-10-23T13:39:41.674" v="3" actId="478"/>
          <ac:picMkLst>
            <pc:docMk/>
            <pc:sldMk cId="261709432" sldId="260"/>
            <ac:picMk id="7" creationId="{8880503E-28E5-0F90-27DF-70E2AF98ABE3}"/>
          </ac:picMkLst>
        </pc:picChg>
      </pc:sldChg>
      <pc:sldChg chg="modSp mod">
        <pc:chgData name="S0225281" userId="3bca01b7-7963-4146-82b1-e5115f708c98" providerId="ADAL" clId="{7165BEFC-6165-47FA-8757-D851393C1F71}" dt="2026-10-23T13:45:18.480" v="73" actId="1076"/>
        <pc:sldMkLst>
          <pc:docMk/>
          <pc:sldMk cId="456964708" sldId="262"/>
        </pc:sldMkLst>
        <pc:spChg chg="mod">
          <ac:chgData name="S0225281" userId="3bca01b7-7963-4146-82b1-e5115f708c98" providerId="ADAL" clId="{7165BEFC-6165-47FA-8757-D851393C1F71}" dt="2026-10-23T13:45:18.480" v="73" actId="1076"/>
          <ac:spMkLst>
            <pc:docMk/>
            <pc:sldMk cId="456964708" sldId="262"/>
            <ac:spMk id="2" creationId="{516011A7-CD86-FCD3-465E-68EEA9FD5653}"/>
          </ac:spMkLst>
        </pc:spChg>
      </pc:sldChg>
      <pc:sldChg chg="addSp modSp new del">
        <pc:chgData name="S0225281" userId="3bca01b7-7963-4146-82b1-e5115f708c98" providerId="ADAL" clId="{7165BEFC-6165-47FA-8757-D851393C1F71}" dt="2026-10-23T13:43:14.219" v="25" actId="680"/>
        <pc:sldMkLst>
          <pc:docMk/>
          <pc:sldMk cId="226057578" sldId="264"/>
        </pc:sldMkLst>
        <pc:spChg chg="add mod">
          <ac:chgData name="S0225281" userId="3bca01b7-7963-4146-82b1-e5115f708c98" providerId="ADAL" clId="{7165BEFC-6165-47FA-8757-D851393C1F71}" dt="2026-10-23T13:43:10.309" v="24" actId="767"/>
          <ac:spMkLst>
            <pc:docMk/>
            <pc:sldMk cId="226057578" sldId="264"/>
            <ac:spMk id="4" creationId="{1B0313E7-D7C9-94E7-809F-D4224C3144AE}"/>
          </ac:spMkLst>
        </pc:spChg>
      </pc:sldChg>
      <pc:sldChg chg="modSp new mod">
        <pc:chgData name="S0225281" userId="3bca01b7-7963-4146-82b1-e5115f708c98" providerId="ADAL" clId="{7165BEFC-6165-47FA-8757-D851393C1F71}" dt="2026-10-23T13:45:35.580" v="74" actId="1076"/>
        <pc:sldMkLst>
          <pc:docMk/>
          <pc:sldMk cId="822515380" sldId="264"/>
        </pc:sldMkLst>
        <pc:spChg chg="mod">
          <ac:chgData name="S0225281" userId="3bca01b7-7963-4146-82b1-e5115f708c98" providerId="ADAL" clId="{7165BEFC-6165-47FA-8757-D851393C1F71}" dt="2026-10-23T13:45:35.580" v="74" actId="1076"/>
          <ac:spMkLst>
            <pc:docMk/>
            <pc:sldMk cId="822515380" sldId="264"/>
            <ac:spMk id="2" creationId="{D2C52A35-2C9D-0E95-CFC7-EB7F56BFE7B5}"/>
          </ac:spMkLst>
        </pc:spChg>
        <pc:spChg chg="mod">
          <ac:chgData name="S0225281" userId="3bca01b7-7963-4146-82b1-e5115f708c98" providerId="ADAL" clId="{7165BEFC-6165-47FA-8757-D851393C1F71}" dt="2026-10-23T13:43:29.675" v="29" actId="1076"/>
          <ac:spMkLst>
            <pc:docMk/>
            <pc:sldMk cId="822515380" sldId="264"/>
            <ac:spMk id="3" creationId="{8F861A54-D708-3C60-A296-64EF45101E3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15864-0B19-2BF1-DE90-B4E899083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782698"/>
            <a:ext cx="8116618" cy="1646302"/>
          </a:xfrm>
        </p:spPr>
        <p:txBody>
          <a:bodyPr/>
          <a:lstStyle/>
          <a:p>
            <a:r>
              <a:rPr lang="en-IN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Student registration 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E0028-EF6A-F25F-F9CB-8372EA4B9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429000"/>
            <a:ext cx="7766936" cy="1096899"/>
          </a:xfrm>
        </p:spPr>
        <p:txBody>
          <a:bodyPr/>
          <a:lstStyle/>
          <a:p>
            <a:r>
              <a:rPr lang="en-IN" dirty="0"/>
              <a:t>Presented by : SARAN KUMAR.M</a:t>
            </a:r>
          </a:p>
        </p:txBody>
      </p:sp>
    </p:spTree>
    <p:extLst>
      <p:ext uri="{BB962C8B-B14F-4D97-AF65-F5344CB8AC3E}">
        <p14:creationId xmlns:p14="http://schemas.microsoft.com/office/powerpoint/2010/main" val="2083731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EBA3C-88E1-6E36-B327-E8FF2963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1C2F-32D4-3E74-618F-2F0142E11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810" y="1968461"/>
            <a:ext cx="8391715" cy="2921077"/>
          </a:xfrm>
        </p:spPr>
        <p:txBody>
          <a:bodyPr/>
          <a:lstStyle/>
          <a:p>
            <a:pPr lvl="0"/>
            <a:r>
              <a:rPr lang="en-IN" sz="2800" dirty="0"/>
              <a:t>Registration forms are used everywhere, from schools to online services</a:t>
            </a:r>
          </a:p>
          <a:p>
            <a:pPr lvl="0"/>
            <a:r>
              <a:rPr lang="en-IN" sz="2800" dirty="0"/>
              <a:t>This project recreates one as a </a:t>
            </a:r>
            <a:r>
              <a:rPr lang="en-IN" sz="2800" b="1" dirty="0"/>
              <a:t>desktop application</a:t>
            </a:r>
            <a:r>
              <a:rPr lang="en-IN" sz="2800" dirty="0"/>
              <a:t> in Python</a:t>
            </a:r>
          </a:p>
          <a:p>
            <a:pPr lvl="0"/>
            <a:r>
              <a:rPr lang="en-IN" sz="2800" dirty="0"/>
              <a:t>Built with </a:t>
            </a:r>
            <a:r>
              <a:rPr lang="en-IN" sz="2800" b="1" dirty="0" err="1"/>
              <a:t>Tkinter</a:t>
            </a:r>
            <a:r>
              <a:rPr lang="en-IN" sz="2800" dirty="0"/>
              <a:t>, Python’s standard GUI library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7032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B1D55-770E-2307-237C-987C40B01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53852-71DB-6BA2-2774-FDC126E0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06" y="2045494"/>
            <a:ext cx="8421696" cy="2767012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sz="2800" dirty="0"/>
              <a:t>Understand how to build a </a:t>
            </a:r>
            <a:r>
              <a:rPr lang="en-IN" sz="2800" b="1" dirty="0"/>
              <a:t>graphical user interface</a:t>
            </a:r>
            <a:r>
              <a:rPr lang="en-IN" sz="2800" dirty="0"/>
              <a:t> in Python</a:t>
            </a:r>
          </a:p>
          <a:p>
            <a:pPr lvl="0"/>
            <a:r>
              <a:rPr lang="en-IN" sz="2800" dirty="0"/>
              <a:t>Learn to take </a:t>
            </a:r>
            <a:r>
              <a:rPr lang="en-IN" sz="2800" b="1" dirty="0"/>
              <a:t>user input</a:t>
            </a:r>
            <a:r>
              <a:rPr lang="en-IN" sz="2800" dirty="0"/>
              <a:t> and process it on a button click</a:t>
            </a:r>
          </a:p>
          <a:p>
            <a:pPr lvl="0"/>
            <a:r>
              <a:rPr lang="en-IN" sz="2800" dirty="0"/>
              <a:t>Practice </a:t>
            </a:r>
            <a:r>
              <a:rPr lang="en-IN" sz="2800" b="1" dirty="0"/>
              <a:t>organizing widgets</a:t>
            </a:r>
            <a:r>
              <a:rPr lang="en-IN" sz="2800" dirty="0"/>
              <a:t> neatly on screen</a:t>
            </a:r>
          </a:p>
          <a:p>
            <a:pPr lvl="0"/>
            <a:r>
              <a:rPr lang="en-IN" sz="2800" dirty="0"/>
              <a:t>Learn to </a:t>
            </a:r>
            <a:r>
              <a:rPr lang="en-IN" sz="2800" b="1" dirty="0"/>
              <a:t>store data</a:t>
            </a:r>
            <a:r>
              <a:rPr lang="en-IN" sz="2800" dirty="0"/>
              <a:t> and display it back to the user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0123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3C29-9729-417F-2CCA-63DE2F650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A1DF4-C793-CB02-8F33-F283877A9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9122" y="1930400"/>
            <a:ext cx="6293092" cy="3505693"/>
          </a:xfrm>
        </p:spPr>
        <p:txBody>
          <a:bodyPr/>
          <a:lstStyle/>
          <a:p>
            <a:pPr lvl="0"/>
            <a:r>
              <a:rPr lang="en-IN" sz="2400" b="1" dirty="0"/>
              <a:t>Python</a:t>
            </a:r>
            <a:r>
              <a:rPr lang="en-IN" sz="2400" dirty="0"/>
              <a:t> with the </a:t>
            </a:r>
            <a:r>
              <a:rPr lang="en-IN" sz="2400" b="1" dirty="0" err="1"/>
              <a:t>Tkinter</a:t>
            </a:r>
            <a:r>
              <a:rPr lang="en-IN" sz="2400" dirty="0"/>
              <a:t> library</a:t>
            </a:r>
          </a:p>
          <a:p>
            <a:pPr lvl="0"/>
            <a:r>
              <a:rPr lang="en-IN" sz="2400" b="1" dirty="0"/>
              <a:t>Label:</a:t>
            </a:r>
            <a:r>
              <a:rPr lang="en-IN" sz="2400" dirty="0"/>
              <a:t> field names</a:t>
            </a:r>
          </a:p>
          <a:p>
            <a:pPr lvl="0"/>
            <a:r>
              <a:rPr lang="en-IN" sz="2400" b="1" dirty="0"/>
              <a:t>Entry:</a:t>
            </a:r>
            <a:r>
              <a:rPr lang="en-IN" sz="2400" dirty="0"/>
              <a:t> name and age input</a:t>
            </a:r>
          </a:p>
          <a:p>
            <a:pPr lvl="0"/>
            <a:r>
              <a:rPr lang="en-IN" sz="2400" b="1" dirty="0" err="1"/>
              <a:t>Radiobutton</a:t>
            </a:r>
            <a:r>
              <a:rPr lang="en-IN" sz="2400" b="1" dirty="0"/>
              <a:t>:</a:t>
            </a:r>
            <a:r>
              <a:rPr lang="en-IN" sz="2400" dirty="0"/>
              <a:t> gender selection</a:t>
            </a:r>
          </a:p>
          <a:p>
            <a:pPr lvl="0"/>
            <a:r>
              <a:rPr lang="en-IN" sz="2400" b="1" dirty="0" err="1"/>
              <a:t>Combobox</a:t>
            </a:r>
            <a:r>
              <a:rPr lang="en-IN" sz="2400" b="1" dirty="0"/>
              <a:t>:</a:t>
            </a:r>
            <a:r>
              <a:rPr lang="en-IN" sz="2400" dirty="0"/>
              <a:t> course dropdown</a:t>
            </a:r>
          </a:p>
          <a:p>
            <a:pPr lvl="0"/>
            <a:r>
              <a:rPr lang="en-IN" sz="2400" b="1" dirty="0"/>
              <a:t>pack():</a:t>
            </a:r>
            <a:r>
              <a:rPr lang="en-IN" sz="2400" dirty="0"/>
              <a:t> arranges widgets vertically</a:t>
            </a:r>
          </a:p>
          <a:p>
            <a:pPr lvl="0"/>
            <a:r>
              <a:rPr lang="en-IN" sz="2400" b="1" dirty="0" err="1"/>
              <a:t>messagebox</a:t>
            </a:r>
            <a:r>
              <a:rPr lang="en-IN" sz="2400" b="1" dirty="0"/>
              <a:t>:</a:t>
            </a:r>
            <a:r>
              <a:rPr lang="en-IN" sz="2400" dirty="0"/>
              <a:t> shows the submitted details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57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EC938-F44C-FB7D-5BDF-86948DC5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02" y="219856"/>
            <a:ext cx="3489932" cy="664562"/>
          </a:xfrm>
        </p:spPr>
        <p:txBody>
          <a:bodyPr/>
          <a:lstStyle/>
          <a:p>
            <a:r>
              <a:rPr lang="en-IN" dirty="0"/>
              <a:t>Window design: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B073D2-B031-7CCC-5633-77C089C5C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361" t="13908" r="62594" b="31094"/>
          <a:stretch>
            <a:fillRect/>
          </a:stretch>
        </p:blipFill>
        <p:spPr>
          <a:xfrm>
            <a:off x="3022929" y="1003376"/>
            <a:ext cx="5131720" cy="546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9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F1820-3D60-F39C-1C78-5A44768A0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F133A3-B53C-4A28-FAA1-C5AB68735C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3851552"/>
              </p:ext>
            </p:extLst>
          </p:nvPr>
        </p:nvGraphicFramePr>
        <p:xfrm>
          <a:off x="677690" y="2170243"/>
          <a:ext cx="859631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59294332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2454313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happens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4032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 Enter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types Name and Age, picks Gender and Course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542593"/>
                  </a:ext>
                </a:extLst>
              </a:tr>
              <a:tr h="201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2. Click Submit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submit() reads the values using StringVar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0710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 Save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Details are stored as a dictionary in the students 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916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 Display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message box shows the submitted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1211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 View 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view_all</a:t>
                      </a:r>
                      <a:r>
                        <a:rPr lang="en-IN" dirty="0"/>
                        <a:t>() loops through the list and shows every student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10893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74E86F8-422E-BF50-F097-BF0DEFEA499D}"/>
              </a:ext>
            </a:extLst>
          </p:cNvPr>
          <p:cNvSpPr txBox="1"/>
          <p:nvPr/>
        </p:nvSpPr>
        <p:spPr>
          <a:xfrm>
            <a:off x="2315807" y="1284069"/>
            <a:ext cx="6100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 dirty="0"/>
              <a:t>Start</a:t>
            </a:r>
            <a:r>
              <a:rPr lang="en-IN" dirty="0"/>
              <a:t> → </a:t>
            </a:r>
            <a:r>
              <a:rPr lang="en-IN" b="1" dirty="0"/>
              <a:t>Enter details</a:t>
            </a:r>
            <a:r>
              <a:rPr lang="en-IN" dirty="0"/>
              <a:t> → </a:t>
            </a:r>
            <a:r>
              <a:rPr lang="en-IN" b="1" dirty="0"/>
              <a:t>Click Submit</a:t>
            </a:r>
            <a:r>
              <a:rPr lang="en-IN" dirty="0"/>
              <a:t> → </a:t>
            </a:r>
            <a:r>
              <a:rPr lang="en-IN" b="1" dirty="0"/>
              <a:t>Save to list</a:t>
            </a:r>
            <a:r>
              <a:rPr lang="en-IN" dirty="0"/>
              <a:t> → </a:t>
            </a:r>
            <a:r>
              <a:rPr lang="en-IN" b="1" dirty="0"/>
              <a:t>Show message box</a:t>
            </a:r>
            <a:r>
              <a:rPr lang="en-IN" dirty="0"/>
              <a:t> → </a:t>
            </a:r>
            <a:r>
              <a:rPr lang="en-IN" b="1" dirty="0"/>
              <a:t>View All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9866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011A7-CD86-FCD3-465E-68EEA9FD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3263" y="2789107"/>
            <a:ext cx="3986691" cy="1279786"/>
          </a:xfrm>
        </p:spPr>
        <p:txBody>
          <a:bodyPr>
            <a:normAutofit/>
          </a:bodyPr>
          <a:lstStyle/>
          <a:p>
            <a:r>
              <a:rPr lang="en-IN" sz="6000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B7B2-A0E8-08C2-9F25-35AD423FEAD7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4544518" y="7060366"/>
            <a:ext cx="2293495" cy="464695"/>
          </a:xfrm>
        </p:spPr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964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C034A-1C6F-15EF-EC4C-FFB4EFDE7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DAF00-1D7E-4C84-1E1F-A10D13C63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177" y="1930400"/>
            <a:ext cx="8596668" cy="3880773"/>
          </a:xfrm>
        </p:spPr>
        <p:txBody>
          <a:bodyPr/>
          <a:lstStyle/>
          <a:p>
            <a:pPr lvl="0"/>
            <a:r>
              <a:rPr lang="en-IN" sz="2400" dirty="0"/>
              <a:t>Built a working </a:t>
            </a:r>
            <a:r>
              <a:rPr lang="en-IN" sz="2400" b="1" dirty="0"/>
              <a:t>Student Registration Form</a:t>
            </a:r>
            <a:r>
              <a:rPr lang="en-IN" sz="2400" dirty="0"/>
              <a:t> using Python and </a:t>
            </a:r>
            <a:r>
              <a:rPr lang="en-IN" sz="2400" dirty="0" err="1"/>
              <a:t>Tkinter</a:t>
            </a:r>
            <a:endParaRPr lang="en-IN" sz="2400" dirty="0"/>
          </a:p>
          <a:p>
            <a:pPr lvl="0"/>
            <a:r>
              <a:rPr lang="en-IN" sz="2400" dirty="0"/>
              <a:t>Applied </a:t>
            </a:r>
            <a:r>
              <a:rPr lang="en-IN" sz="2400" b="1" dirty="0"/>
              <a:t>Label, Entry, </a:t>
            </a:r>
            <a:r>
              <a:rPr lang="en-IN" sz="2400" b="1" dirty="0" err="1"/>
              <a:t>Radiobutton</a:t>
            </a:r>
            <a:r>
              <a:rPr lang="en-IN" sz="2400" b="1" dirty="0"/>
              <a:t>, </a:t>
            </a:r>
            <a:r>
              <a:rPr lang="en-IN" sz="2400" b="1" dirty="0" err="1"/>
              <a:t>Combobox</a:t>
            </a:r>
            <a:r>
              <a:rPr lang="en-IN" sz="2400" b="1" dirty="0"/>
              <a:t>, and pack()</a:t>
            </a:r>
            <a:r>
              <a:rPr lang="en-IN" sz="2400" dirty="0"/>
              <a:t> in a real project</a:t>
            </a:r>
          </a:p>
          <a:p>
            <a:pPr lvl="0"/>
            <a:r>
              <a:rPr lang="en-IN" sz="2400" dirty="0"/>
              <a:t>Learned to take user input, store it in a list, and display it back</a:t>
            </a:r>
          </a:p>
          <a:p>
            <a:pPr lvl="0"/>
            <a:r>
              <a:rPr lang="en-IN" sz="2400" b="1" dirty="0"/>
              <a:t>Future scope:</a:t>
            </a:r>
            <a:r>
              <a:rPr lang="en-IN" sz="2400" dirty="0"/>
              <a:t> store data </a:t>
            </a:r>
            <a:r>
              <a:rPr lang="en-IN" sz="2400" b="1" dirty="0"/>
              <a:t>permanently</a:t>
            </a:r>
            <a:r>
              <a:rPr lang="en-IN" sz="2400" dirty="0"/>
              <a:t> (in a file or database) so it isn’t lost when the program closes, add input validation, and add more fields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4077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52A35-2C9D-0E95-CFC7-EB7F56BFE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151" y="2931826"/>
            <a:ext cx="3969617" cy="994348"/>
          </a:xfrm>
        </p:spPr>
        <p:txBody>
          <a:bodyPr>
            <a:normAutofit fontScale="90000"/>
          </a:bodyPr>
          <a:lstStyle/>
          <a:p>
            <a:r>
              <a:rPr lang="en-IN" sz="60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61A54-D708-3C60-A296-64EF45101E31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5818960" y="7436378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251538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4985419009840B4D4BA1B8AA811AC" ma:contentTypeVersion="5" ma:contentTypeDescription="Create a new document." ma:contentTypeScope="" ma:versionID="d13a9f43a24b4d78bee891debb1c9c67">
  <xsd:schema xmlns:xsd="http://www.w3.org/2001/XMLSchema" xmlns:xs="http://www.w3.org/2001/XMLSchema" xmlns:p="http://schemas.microsoft.com/office/2006/metadata/properties" xmlns:ns3="42db5bb6-9e05-4264-a1db-86a8253c1ffa" targetNamespace="http://schemas.microsoft.com/office/2006/metadata/properties" ma:root="true" ma:fieldsID="a0284db7807acd323e568a2a5833d736" ns3:_="">
    <xsd:import namespace="42db5bb6-9e05-4264-a1db-86a8253c1ff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db5bb6-9e05-4264-a1db-86a8253c1ff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db5bb6-9e05-4264-a1db-86a8253c1ffa" xsi:nil="true"/>
  </documentManagement>
</p:properties>
</file>

<file path=customXml/itemProps1.xml><?xml version="1.0" encoding="utf-8"?>
<ds:datastoreItem xmlns:ds="http://schemas.openxmlformats.org/officeDocument/2006/customXml" ds:itemID="{9D9FFC58-4010-4217-BA59-AAF516976E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8AE966-6A67-43D1-AA43-D215CB42A7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db5bb6-9e05-4264-a1db-86a8253c1f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A7DF11-5AB9-4952-8AC3-BC59E1BA40F3}">
  <ds:schemaRefs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42db5bb6-9e05-4264-a1db-86a8253c1ffa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121</TotalTime>
  <Words>284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Student registration form</vt:lpstr>
      <vt:lpstr>Introduction</vt:lpstr>
      <vt:lpstr>Project objective</vt:lpstr>
      <vt:lpstr>Technologies used</vt:lpstr>
      <vt:lpstr>Window design:</vt:lpstr>
      <vt:lpstr>Process flow</vt:lpstr>
      <vt:lpstr>LIVE DEMO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S0225281</dc:creator>
  <cp:lastModifiedBy>S0225281</cp:lastModifiedBy>
  <cp:revision>2</cp:revision>
  <dcterms:created xsi:type="dcterms:W3CDTF">2026-10-22T13:03:20Z</dcterms:created>
  <dcterms:modified xsi:type="dcterms:W3CDTF">2026-10-26T05:57:39Z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0x0101007F04985419009840B4D4BA1B8AA811AC</vt:lpwstr>
  </property>
</Properties>
</file>